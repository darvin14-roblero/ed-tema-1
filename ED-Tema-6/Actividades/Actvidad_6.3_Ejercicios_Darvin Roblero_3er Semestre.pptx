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1" r:id="rId2"/>
    <p:sldId id="2562" r:id="rId3"/>
    <p:sldId id="2563" r:id="rId4"/>
    <p:sldId id="2583" r:id="rId5"/>
    <p:sldId id="2565" r:id="rId6"/>
    <p:sldId id="2576" r:id="rId7"/>
    <p:sldId id="2589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ramación orientada a objetos: Principios y aplicaciones" id="{2690BB67-E966-44FA-B574-1E4288782F99}">
          <p14:sldIdLst>
            <p14:sldId id="2561"/>
            <p14:sldId id="2562"/>
          </p14:sldIdLst>
        </p14:section>
        <p14:section name="Fundamentos de la programación orientada a objetos" id="{CFB46A74-3852-4840-9BAE-45AC099C1EA0}">
          <p14:sldIdLst>
            <p14:sldId id="2563"/>
            <p14:sldId id="2583"/>
            <p14:sldId id="2565"/>
          </p14:sldIdLst>
        </p14:section>
        <p14:section name="Conclusión" id="{9670A1F2-1E7E-413C-9EDF-4A41C2726A6B}">
          <p14:sldIdLst>
            <p14:sldId id="2576"/>
            <p14:sldId id="25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9DC7C-0AE2-4E55-B7E4-3BD8DA93C5E9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CBF03-CF91-4B92-84FC-488834E8FE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998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contenido generado por inteligencia artificial puede ser incorrecto.
---
La programación orientada a objetos (POO) es un paradigma que utiliza 'objetos' para representar datos y métodos. A lo largo de esta presentación, exploraremos sus fundamentos, principios de diseño, lenguajes comunes y sus aplicaciones en la industria.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2212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Comenzaremos con los fundamentos de la programación orientada a objetos, incluyendo conceptos clave como objetos y clases, así como los principios básicos que la rigen. Luego, analizaremos los principios de diseño, características de lenguajes populares, aplicaciones en diversos sectores y finalmente, los desafíos y tendencias actuales en POO.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209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basa en la creación de objetos que contienen atributos y métodos. Este enfoque facilita la modularidad y reutilización del código, lo que mejora la organización y mantenimiento del software.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618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E14B-3946-B1CF-4E42-817BDAF6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614AB2-9933-F30F-0486-0F45EFFFF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397B64-3D43-87F7-D63C-286D28048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basa en la creación de objetos que contienen atributos y métodos. Este enfoque facilita la modularidad y reutilización del código, lo que mejora la organización y mantenimiento del software.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E4484C-4EDC-E741-6C36-7715047D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488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encapsulación oculta los detalles internos del objeto, la herencia permite que una clase derive atributos y métodos de otra, y el polimorfismo permite que un objeto se comporte de diferentes maneras según su contexto. Estos principios son fundamentales para la POO.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445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utiliza ampliamente en el desarrollo de videojuegos, donde los objetos representan entidades del juego. Esto permite una gestión eficiente de la lógica del juego y la interacción entre personajes y escenarios.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36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40D9-8183-363B-C0C7-ADFD2BE5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418EAD-0CE6-3997-F5DA-983FABABA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B23761-DF0C-8251-6B0B-1938A8058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utiliza ampliamente en el desarrollo de videojuegos, donde los objetos representan entidades del juego. Esto permite una gestión eficiente de la lógica del juego y la interacción entre personajes y escenarios.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5DD250-E6DA-A2F7-C28D-74705128F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5579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0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5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9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41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Código de ADN en una gran pantalla LED">
            <a:extLst>
              <a:ext uri="{FF2B5EF4-FFF2-40B4-BE49-F238E27FC236}">
                <a16:creationId xmlns:a16="http://schemas.microsoft.com/office/drawing/2014/main" id="{B962A1D9-6A96-467C-AE97-1736C47E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4" t="2853" r="-1" b="1437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6EC4F8-2691-BAD7-DE77-435798755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743" y="2345565"/>
            <a:ext cx="5214257" cy="4171779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MX" sz="4600" b="1" dirty="0">
                <a:latin typeface="Arial" panose="020B0604020202020204" pitchFamily="34" charset="0"/>
                <a:cs typeface="Arial" panose="020B0604020202020204" pitchFamily="34" charset="0"/>
              </a:rPr>
              <a:t>ESTRUCTURA DE DATOS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945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8368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A3C59D-8641-484F-A35C-361AD7E1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4768"/>
            <a:ext cx="65836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 descr="Script de computadora en una pantalla">
            <a:extLst>
              <a:ext uri="{FF2B5EF4-FFF2-40B4-BE49-F238E27FC236}">
                <a16:creationId xmlns:a16="http://schemas.microsoft.com/office/drawing/2014/main" id="{8A84E368-CB7B-420A-B743-3B968FE342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9673" r="50648" b="-1"/>
          <a:stretch/>
        </p:blipFill>
        <p:spPr>
          <a:xfrm>
            <a:off x="8115300" y="10"/>
            <a:ext cx="4076700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35E0B4F-AF87-EAAD-71A4-E05D552AE7F4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" t="8280" b="-1"/>
          <a:stretch/>
        </p:blipFill>
        <p:spPr bwMode="auto">
          <a:xfrm>
            <a:off x="551688" y="45403"/>
            <a:ext cx="7351059" cy="633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3AAFD76D-3F2C-21A4-B844-F9945197157F}"/>
              </a:ext>
            </a:extLst>
          </p:cNvPr>
          <p:cNvSpPr txBox="1">
            <a:spLocks/>
          </p:cNvSpPr>
          <p:nvPr/>
        </p:nvSpPr>
        <p:spPr>
          <a:xfrm>
            <a:off x="0" y="769303"/>
            <a:ext cx="8115300" cy="5373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Tecnológico Nacional de México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Instituto Tecnológico de Frontera Comalapa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Modalidad Mixta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Materia: 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 de Datos</a:t>
            </a: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Semestre: 3er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Especialidad: 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Ingeniería en Sistemas Computacionales.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Numero de control: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241260007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Alumno: 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Darvin Yeriel Roblero González</a:t>
            </a: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Docente: 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Nombre del trabajo:  6</a:t>
            </a:r>
            <a:r>
              <a:rPr lang="es-ES" sz="64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.3</a:t>
            </a: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Reporte de Practica.</a:t>
            </a: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Frontera Comalapa, Chiapas a 1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 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Diciembre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del 2025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80459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D6E722-76B1-F8CF-37BF-5380FB620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316" y="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sz="3600" b="1" noProof="0"/>
              <a:t>Introducción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2539D28-7D5D-010F-AC7C-CF344412D36A}"/>
              </a:ext>
            </a:extLst>
          </p:cNvPr>
          <p:cNvSpPr txBox="1"/>
          <p:nvPr/>
        </p:nvSpPr>
        <p:spPr>
          <a:xfrm>
            <a:off x="0" y="702976"/>
            <a:ext cx="7198940" cy="6155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este ejercicio les mostraremos como funciona el método de búsqueda presentando las interfaz creadas y ejecutadas correctamente.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4" descr="Archivos en fondo digital">
            <a:extLst>
              <a:ext uri="{FF2B5EF4-FFF2-40B4-BE49-F238E27FC236}">
                <a16:creationId xmlns:a16="http://schemas.microsoft.com/office/drawing/2014/main" id="{19F0844D-56B2-50A5-5041-124666DE0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22" r="9482" b="-1"/>
          <a:stretch/>
        </p:blipFill>
        <p:spPr>
          <a:xfrm>
            <a:off x="7435012" y="-1"/>
            <a:ext cx="4776597" cy="685799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C602A4-BE23-F822-D175-F15C7F42F326}"/>
              </a:ext>
            </a:extLst>
          </p:cNvPr>
          <p:cNvSpPr txBox="1">
            <a:spLocks/>
          </p:cNvSpPr>
          <p:nvPr/>
        </p:nvSpPr>
        <p:spPr>
          <a:xfrm>
            <a:off x="522514" y="421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2903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C061-05DE-866E-1BEB-AECACCD1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elliJ IDEA Version 2024.1 bringt praktische Neuerungen für JetBrains ...">
            <a:extLst>
              <a:ext uri="{FF2B5EF4-FFF2-40B4-BE49-F238E27FC236}">
                <a16:creationId xmlns:a16="http://schemas.microsoft.com/office/drawing/2014/main" id="{1BCE11B3-42BC-B84B-2A78-32DC41267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801" y="16658"/>
            <a:ext cx="4185199" cy="682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BBEDAC-E348-9749-900E-A758C4572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316" y="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sz="3600" b="1" dirty="0"/>
              <a:t>Justificación</a:t>
            </a:r>
            <a:endParaRPr lang="es-MX" sz="3600" b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75A43C-848A-5DE3-4CD8-8C292FE06513}"/>
              </a:ext>
            </a:extLst>
          </p:cNvPr>
          <p:cNvSpPr txBox="1"/>
          <p:nvPr/>
        </p:nvSpPr>
        <p:spPr>
          <a:xfrm>
            <a:off x="274305" y="937019"/>
            <a:ext cx="7552524" cy="4613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Estos ejercicios no servirán a lo largo de la carrera para poder diseñar alguna bus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queda ya sea en una pagina o aplicación donde podremos facilitar lo que queremos obtener y sobre todo poder aplicarlo todo en una empresa o negocio.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73123-9891-32C6-959E-88DCD3D6CAD5}"/>
              </a:ext>
            </a:extLst>
          </p:cNvPr>
          <p:cNvSpPr txBox="1">
            <a:spLocks/>
          </p:cNvSpPr>
          <p:nvPr/>
        </p:nvSpPr>
        <p:spPr>
          <a:xfrm>
            <a:off x="522514" y="421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47393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1">
            <a:extLst>
              <a:ext uri="{FF2B5EF4-FFF2-40B4-BE49-F238E27FC236}">
                <a16:creationId xmlns:a16="http://schemas.microsoft.com/office/drawing/2014/main" id="{6C34C578-81DE-2799-917F-302099732492}"/>
              </a:ext>
            </a:extLst>
          </p:cNvPr>
          <p:cNvSpPr txBox="1">
            <a:spLocks/>
          </p:cNvSpPr>
          <p:nvPr/>
        </p:nvSpPr>
        <p:spPr>
          <a:xfrm>
            <a:off x="909860" y="248726"/>
            <a:ext cx="6764568" cy="3999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dirty="0"/>
              <a:t>Búsqueda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CCC95-9BBD-AF1F-20E2-9B155439DD5F}"/>
              </a:ext>
            </a:extLst>
          </p:cNvPr>
          <p:cNvSpPr txBox="1"/>
          <p:nvPr/>
        </p:nvSpPr>
        <p:spPr>
          <a:xfrm>
            <a:off x="0" y="4672625"/>
            <a:ext cx="11843657" cy="16263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En la primera podemos observar la parte de ingresar datos y en la segunda ya ejecutado el programa nos muestra el resultado de búsqueda y en que posición se encuentra.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574C1C4-6CB1-B641-EC53-938D1186B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28" y="897408"/>
            <a:ext cx="4676559" cy="338050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EFB05A2-817C-FC93-2B94-D5E052E70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828" y="776940"/>
            <a:ext cx="5126265" cy="362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751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466469-BFDD-CD8A-40BE-97E7C8E3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673" y="120858"/>
            <a:ext cx="3118794" cy="5923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MX" noProof="0"/>
              <a:t>CONCLUSIÒN</a:t>
            </a:r>
          </a:p>
        </p:txBody>
      </p:sp>
      <p:pic>
        <p:nvPicPr>
          <p:cNvPr id="5" name="Marcador de contenido 4" descr="Hombre de negocios caminando en pantalla de realidad virtual">
            <a:extLst>
              <a:ext uri="{FF2B5EF4-FFF2-40B4-BE49-F238E27FC236}">
                <a16:creationId xmlns:a16="http://schemas.microsoft.com/office/drawing/2014/main" id="{1FDE7A20-B612-4CA9-9F15-33AF2DD6FE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9887" r="25704" b="1"/>
          <a:stretch/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E36F845-7BF8-082C-5B3B-47710A3998F6}"/>
              </a:ext>
            </a:extLst>
          </p:cNvPr>
          <p:cNvSpPr txBox="1"/>
          <p:nvPr/>
        </p:nvSpPr>
        <p:spPr>
          <a:xfrm>
            <a:off x="4599650" y="834089"/>
            <a:ext cx="7198940" cy="5185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concluir aprendimos como crear una búsqueda y sobre todo en que posición se encuentra esto nos servirá  para verificar una gran lista y encontrar el dato correcto lo mas rápido posible. 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EDF8800-453A-2BB8-AC85-84920BDA0B41}"/>
              </a:ext>
            </a:extLst>
          </p:cNvPr>
          <p:cNvSpPr txBox="1">
            <a:spLocks/>
          </p:cNvSpPr>
          <p:nvPr/>
        </p:nvSpPr>
        <p:spPr>
          <a:xfrm>
            <a:off x="4556373" y="5785104"/>
            <a:ext cx="7198939" cy="592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s-MX" sz="2200" b="1" noProof="0" dirty="0"/>
              <a:t>“La mejor forma de predecir el futuro es crearlo</a:t>
            </a:r>
            <a:r>
              <a:rPr lang="es-MX" sz="2200" noProof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86348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F074-FAAB-CC8F-96AB-0F2BB986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171BF4-5C4D-DF14-0CAC-EDD02230C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55A6B7-2C66-F86C-3626-C07755E28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2770D-7E3D-1818-ED71-4A7A365E9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9985DA-A06A-72E4-4C41-B189F2CA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572" y="120858"/>
            <a:ext cx="5987142" cy="5923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MX" dirty="0"/>
              <a:t>Fuentes de información</a:t>
            </a:r>
            <a:endParaRPr lang="es-MX" noProof="0" dirty="0"/>
          </a:p>
        </p:txBody>
      </p:sp>
      <p:pic>
        <p:nvPicPr>
          <p:cNvPr id="5" name="Marcador de contenido 4" descr="Hombre de negocios caminando en pantalla de realidad virtual">
            <a:extLst>
              <a:ext uri="{FF2B5EF4-FFF2-40B4-BE49-F238E27FC236}">
                <a16:creationId xmlns:a16="http://schemas.microsoft.com/office/drawing/2014/main" id="{C7300A26-D716-EAB0-A60F-11F63A37F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9887" r="25704" b="1"/>
          <a:stretch/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90E66-8EBF-F05A-FFE2-6C84F65EC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AAA633-5C61-BAED-FC8D-5EF008317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32266D0-ECAD-CF2B-F148-27B353432FA6}"/>
              </a:ext>
            </a:extLst>
          </p:cNvPr>
          <p:cNvSpPr txBox="1"/>
          <p:nvPr/>
        </p:nvSpPr>
        <p:spPr>
          <a:xfrm>
            <a:off x="4599650" y="834089"/>
            <a:ext cx="7198940" cy="25949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Todos los ejercicios fueron realizados en </a:t>
            </a:r>
            <a:r>
              <a:rPr lang="es-MX" dirty="0"/>
              <a:t>IntelliJ IDEA y en el SceneBuilder ya que son dos herramientas fundamentales para realizar programas eficientes y entendibles. Así mismo las actividades se subieron a la app de GitHub que es una app muy esencial para poder subir actividades en la nube y que otros puedan ingresar con un link a dicho programa y visualizar las actividades.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es-MX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es-MX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ntelliJ IDEA Logo / Software / Logonoid.com">
            <a:extLst>
              <a:ext uri="{FF2B5EF4-FFF2-40B4-BE49-F238E27FC236}">
                <a16:creationId xmlns:a16="http://schemas.microsoft.com/office/drawing/2014/main" id="{F0EE6089-DD3A-57B3-68D3-79531A937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269" y="3537856"/>
            <a:ext cx="1929615" cy="192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75BF2F-734B-F7AC-9469-06B96C919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048" y="3577206"/>
            <a:ext cx="1784705" cy="1784705"/>
          </a:xfrm>
          <a:prstGeom prst="rect">
            <a:avLst/>
          </a:prstGeom>
        </p:spPr>
      </p:pic>
      <p:pic>
        <p:nvPicPr>
          <p:cNvPr id="3" name="Picture 2" descr="Qué es Github y sus características principales - Qindel: Consultoría IT">
            <a:extLst>
              <a:ext uri="{FF2B5EF4-FFF2-40B4-BE49-F238E27FC236}">
                <a16:creationId xmlns:a16="http://schemas.microsoft.com/office/drawing/2014/main" id="{D1ABC400-510E-B041-12C6-A98A0FFC8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990" y="370256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74808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599</Words>
  <Application>Microsoft Office PowerPoint</Application>
  <PresentationFormat>Panorámica</PresentationFormat>
  <Paragraphs>44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Calisto MT</vt:lpstr>
      <vt:lpstr>Neue Haas Grotesk Text Pro</vt:lpstr>
      <vt:lpstr>Univers Condensed</vt:lpstr>
      <vt:lpstr>ChronicleVTI</vt:lpstr>
      <vt:lpstr>ESTRUCTURA DE DATOS</vt:lpstr>
      <vt:lpstr>Presentación de PowerPoint</vt:lpstr>
      <vt:lpstr>Introducción</vt:lpstr>
      <vt:lpstr>Justificación</vt:lpstr>
      <vt:lpstr>Presentación de PowerPoint</vt:lpstr>
      <vt:lpstr>CONCLUSIÒN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DARVIN ROBLERO GONZALEZ</dc:creator>
  <cp:lastModifiedBy>DARVIN ROBLERO GONZALEZ</cp:lastModifiedBy>
  <cp:revision>12</cp:revision>
  <dcterms:created xsi:type="dcterms:W3CDTF">2025-05-05T03:25:16Z</dcterms:created>
  <dcterms:modified xsi:type="dcterms:W3CDTF">2025-12-18T02:13:31Z</dcterms:modified>
</cp:coreProperties>
</file>